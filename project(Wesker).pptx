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7"/>
  </p:notesMasterIdLst>
  <p:handoutMasterIdLst>
    <p:handoutMasterId r:id="rId8"/>
  </p:handoutMasterIdLst>
  <p:sldIdLst>
    <p:sldId id="265" r:id="rId2"/>
    <p:sldId id="316" r:id="rId3"/>
    <p:sldId id="325" r:id="rId4"/>
    <p:sldId id="324" r:id="rId5"/>
    <p:sldId id="263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864" y="108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en-US" b="0" dirty="0">
                <a:solidFill>
                  <a:schemeClr val="bg1"/>
                </a:solidFill>
                <a:latin typeface="Perpetua Titling MT" panose="02020502060505020804" pitchFamily="18" charset="0"/>
              </a:rPr>
              <a:t>Project "Wesker"</a:t>
            </a:r>
            <a:endParaRPr lang="en-US" sz="4400" b="0" dirty="0">
              <a:solidFill>
                <a:schemeClr val="bg1"/>
              </a:solidFill>
              <a:latin typeface="Perpetua Titling MT" panose="020205020605050208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915A35-EC87-76A1-7F8F-9378EFC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Добро пожаловать в кошмар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F7CD16-D4EE-5D1A-67C6-8FC838F97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Название: </a:t>
            </a:r>
            <a:r>
              <a:rPr lang="en-US" dirty="0"/>
              <a:t>Project "Wesker"</a:t>
            </a:r>
          </a:p>
          <a:p>
            <a:r>
              <a:rPr lang="ru-RU" dirty="0"/>
              <a:t>Жанр: Текстовая </a:t>
            </a:r>
            <a:r>
              <a:rPr lang="en-US" dirty="0"/>
              <a:t>RPG / Dungeon Crawler</a:t>
            </a:r>
          </a:p>
          <a:p>
            <a:r>
              <a:rPr lang="ru-RU" dirty="0"/>
              <a:t>Игрок — оперативник в заражённой лаборатории.</a:t>
            </a:r>
          </a:p>
          <a:p>
            <a:r>
              <a:rPr lang="ru-RU" dirty="0"/>
              <a:t>Цель: найти антидот и выбраться живым.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35B4B6E-2F2E-A59D-A6C7-251472C742C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6655" b="16655"/>
          <a:stretch/>
        </p:blipFill>
        <p:spPr>
          <a:prstGeom prst="roundRect">
            <a:avLst>
              <a:gd name="adj" fmla="val 7784"/>
            </a:avLst>
          </a:prstGeom>
        </p:spPr>
      </p:pic>
    </p:spTree>
    <p:extLst>
      <p:ext uri="{BB962C8B-B14F-4D97-AF65-F5344CB8AC3E}">
        <p14:creationId xmlns:p14="http://schemas.microsoft.com/office/powerpoint/2010/main" val="383328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448E2C-5F25-03D3-FC23-D533DF45427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7259" b="27259"/>
          <a:stretch/>
        </p:blipFill>
        <p:spPr>
          <a:prstGeom prst="roundRect">
            <a:avLst>
              <a:gd name="adj" fmla="val 7617"/>
            </a:avLst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Ключевые механики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Исследование комнат с текстовыми описаниями.</a:t>
            </a:r>
          </a:p>
          <a:p>
            <a:r>
              <a:rPr lang="ru-RU" dirty="0"/>
              <a:t>Сбор и использование предметов (оружие, аптечки, ключи).</a:t>
            </a:r>
          </a:p>
          <a:p>
            <a:r>
              <a:rPr lang="ru-RU" dirty="0"/>
              <a:t>Пошаговые бои с мутантами.</a:t>
            </a:r>
          </a:p>
          <a:p>
            <a:r>
              <a:rPr lang="ru-RU" dirty="0"/>
              <a:t>Сохранение прогресса во внешние файлы.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837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Чистый C++ (стандарт C++17).</a:t>
            </a:r>
          </a:p>
          <a:p>
            <a:r>
              <a:rPr lang="ru-RU" dirty="0"/>
              <a:t>Все </a:t>
            </a:r>
            <a:r>
              <a:rPr lang="ru-RU" dirty="0" err="1"/>
              <a:t>ассеты</a:t>
            </a:r>
            <a:r>
              <a:rPr lang="ru-RU" dirty="0"/>
              <a:t> в JSON, легко расширять игру без перекомпиляции.</a:t>
            </a:r>
          </a:p>
          <a:p>
            <a:r>
              <a:rPr lang="ru-RU" dirty="0"/>
              <a:t>Консольный интерфейс с возможностью добавления ASCII-графики.</a:t>
            </a:r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Особенности реализации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5385</TotalTime>
  <Words>100</Words>
  <Application>Microsoft Office PowerPoint</Application>
  <PresentationFormat>Экран (16:9)</PresentationFormat>
  <Paragraphs>16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ALS Gorizont Bold Expanded</vt:lpstr>
      <vt:lpstr>Arial</vt:lpstr>
      <vt:lpstr>Calibri</vt:lpstr>
      <vt:lpstr>Golos Text</vt:lpstr>
      <vt:lpstr>Golos Text DemiBold</vt:lpstr>
      <vt:lpstr>Perpetua Titling MT</vt:lpstr>
      <vt:lpstr>Тема1</vt:lpstr>
      <vt:lpstr>Project "Wesker"</vt:lpstr>
      <vt:lpstr>Добро пожаловать в кошмар</vt:lpstr>
      <vt:lpstr>Ключевые механики</vt:lpstr>
      <vt:lpstr>Особенности реализации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- -</cp:lastModifiedBy>
  <cp:revision>104</cp:revision>
  <dcterms:created xsi:type="dcterms:W3CDTF">2014-06-27T12:30:22Z</dcterms:created>
  <dcterms:modified xsi:type="dcterms:W3CDTF">2026-04-19T15:13:38Z</dcterms:modified>
</cp:coreProperties>
</file>